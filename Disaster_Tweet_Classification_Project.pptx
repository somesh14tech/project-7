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912656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39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1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9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6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8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1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5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59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6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42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9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41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81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4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9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7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Disaster Tweet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Using NLP &amp; Machine Learning</a:t>
            </a:r>
          </a:p>
          <a:p>
            <a:r>
              <a:rPr dirty="0">
                <a:latin typeface="Arial Rounded MT Bold" panose="020F0704030504030204" pitchFamily="34" charset="0"/>
              </a:rPr>
              <a:t>Name: Somesh Sahu</a:t>
            </a:r>
          </a:p>
          <a:p>
            <a:r>
              <a:rPr dirty="0">
                <a:latin typeface="Arial Rounded MT Bold" panose="020F0704030504030204" pitchFamily="34" charset="0"/>
              </a:rPr>
              <a:t>Project: NLP Disaster Tweet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Twitter par </a:t>
            </a:r>
            <a:r>
              <a:rPr dirty="0" err="1">
                <a:latin typeface="Arial Rounded MT Bold" panose="020F0704030504030204" pitchFamily="34" charset="0"/>
              </a:rPr>
              <a:t>aane</a:t>
            </a:r>
            <a:r>
              <a:rPr dirty="0">
                <a:latin typeface="Arial Rounded MT Bold" panose="020F0704030504030204" pitchFamily="34" charset="0"/>
              </a:rPr>
              <a:t> wale tweets me se</a:t>
            </a:r>
          </a:p>
          <a:p>
            <a:r>
              <a:rPr dirty="0">
                <a:latin typeface="Arial Rounded MT Bold" panose="020F0704030504030204" pitchFamily="34" charset="0"/>
              </a:rPr>
              <a:t>Disaster aur Non-Disaster tweets ko identify </a:t>
            </a:r>
            <a:r>
              <a:rPr dirty="0" err="1">
                <a:latin typeface="Arial Rounded MT Bold" panose="020F0704030504030204" pitchFamily="34" charset="0"/>
              </a:rPr>
              <a:t>karna</a:t>
            </a:r>
            <a:endParaRPr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Kaggle Disaster Tweets Dataset</a:t>
            </a:r>
          </a:p>
          <a:p>
            <a:r>
              <a:t>Total Rows: 7613</a:t>
            </a:r>
          </a:p>
          <a:p>
            <a:r>
              <a:t>Target: 0 = Not Disaster, 1 = Disaster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URLs, symbols remove </a:t>
            </a:r>
            <a:r>
              <a:rPr dirty="0" err="1">
                <a:latin typeface="Arial Rounded MT Bold" panose="020F0704030504030204" pitchFamily="34" charset="0"/>
              </a:rPr>
              <a:t>kiye</a:t>
            </a:r>
            <a:endParaRPr dirty="0">
              <a:latin typeface="Arial Rounded MT Bold" panose="020F0704030504030204" pitchFamily="34" charset="0"/>
            </a:endParaRPr>
          </a:p>
          <a:p>
            <a:r>
              <a:rPr dirty="0">
                <a:latin typeface="Arial Rounded MT Bold" panose="020F0704030504030204" pitchFamily="34" charset="0"/>
              </a:rPr>
              <a:t>Lowercase conversion</a:t>
            </a:r>
          </a:p>
          <a:p>
            <a:r>
              <a:rPr dirty="0">
                <a:latin typeface="Arial Rounded MT Bold" panose="020F0704030504030204" pitchFamily="34" charset="0"/>
              </a:rPr>
              <a:t>Text cleaning &amp; normalization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TF-IDF Vectorizer use </a:t>
            </a:r>
            <a:r>
              <a:rPr dirty="0" err="1">
                <a:latin typeface="Arial Rounded MT Bold" panose="020F0704030504030204" pitchFamily="34" charset="0"/>
              </a:rPr>
              <a:t>kiya</a:t>
            </a:r>
            <a:endParaRPr dirty="0">
              <a:latin typeface="Arial Rounded MT Bold" panose="020F0704030504030204" pitchFamily="34" charset="0"/>
            </a:endParaRPr>
          </a:p>
          <a:p>
            <a:r>
              <a:rPr dirty="0">
                <a:latin typeface="Arial Rounded MT Bold" panose="020F0704030504030204" pitchFamily="34" charset="0"/>
              </a:rPr>
              <a:t>Text ko numerical form me convert </a:t>
            </a:r>
            <a:r>
              <a:rPr dirty="0" err="1">
                <a:latin typeface="Arial Rounded MT Bold" panose="020F0704030504030204" pitchFamily="34" charset="0"/>
              </a:rPr>
              <a:t>kiya</a:t>
            </a:r>
            <a:endParaRPr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Logistic Regression</a:t>
            </a:r>
          </a:p>
          <a:p>
            <a:r>
              <a:rPr dirty="0">
                <a:latin typeface="Arial Rounded MT Bold" panose="020F0704030504030204" pitchFamily="34" charset="0"/>
              </a:rPr>
              <a:t>Simple, fast aur effective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Accuracy, Precision, Recall, F1-score</a:t>
            </a:r>
          </a:p>
          <a:p>
            <a:r>
              <a:rPr dirty="0">
                <a:latin typeface="Arial Rounded MT Bold" panose="020F0704030504030204" pitchFamily="34" charset="0"/>
              </a:rPr>
              <a:t>Confusion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Model disaster tweets ko accurately classify </a:t>
            </a:r>
            <a:r>
              <a:rPr dirty="0" err="1">
                <a:latin typeface="Arial Rounded MT Bold" panose="020F0704030504030204" pitchFamily="34" charset="0"/>
              </a:rPr>
              <a:t>karta</a:t>
            </a:r>
            <a:r>
              <a:rPr dirty="0">
                <a:latin typeface="Arial Rounded MT Bold" panose="020F0704030504030204" pitchFamily="34" charset="0"/>
              </a:rPr>
              <a:t> </a:t>
            </a:r>
            <a:r>
              <a:rPr dirty="0" err="1">
                <a:latin typeface="Arial Rounded MT Bold" panose="020F0704030504030204" pitchFamily="34" charset="0"/>
              </a:rPr>
              <a:t>hai</a:t>
            </a:r>
            <a:endParaRPr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Flask Web Application</a:t>
            </a:r>
          </a:p>
          <a:p>
            <a:r>
              <a:rPr dirty="0">
                <a:latin typeface="Arial Rounded MT Bold" panose="020F0704030504030204" pitchFamily="34" charset="0"/>
              </a:rPr>
              <a:t>User tweet input → Prediction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>
                <a:solidFill>
                  <a:schemeClr val="accent1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Disaster management me helpful</a:t>
            </a:r>
          </a:p>
          <a:p>
            <a:r>
              <a:rPr dirty="0">
                <a:latin typeface="Arial Rounded MT Bold" panose="020F0704030504030204" pitchFamily="34" charset="0"/>
              </a:rPr>
              <a:t>Future: BERT, Real-time Twitter API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</TotalTime>
  <Words>137</Words>
  <Application>Microsoft Office PowerPoint</Application>
  <PresentationFormat>On-screen Show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Aparajita</vt:lpstr>
      <vt:lpstr>Arial</vt:lpstr>
      <vt:lpstr>Arial Rounded MT Bold</vt:lpstr>
      <vt:lpstr>Corbel</vt:lpstr>
      <vt:lpstr>Parallax</vt:lpstr>
      <vt:lpstr>Disaster Tweet Classification</vt:lpstr>
      <vt:lpstr>Problem Statement</vt:lpstr>
      <vt:lpstr>Dataset Overview</vt:lpstr>
      <vt:lpstr>Data Preprocessing</vt:lpstr>
      <vt:lpstr>Feature Engineering</vt:lpstr>
      <vt:lpstr>Model Used</vt:lpstr>
      <vt:lpstr>Model Evaluation</vt:lpstr>
      <vt:lpstr>Results</vt:lpstr>
      <vt:lpstr>Deployment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Somesh kumar</cp:lastModifiedBy>
  <cp:revision>2</cp:revision>
  <dcterms:created xsi:type="dcterms:W3CDTF">2013-01-27T09:14:16Z</dcterms:created>
  <dcterms:modified xsi:type="dcterms:W3CDTF">2025-12-25T02:48:42Z</dcterms:modified>
  <cp:category/>
</cp:coreProperties>
</file>